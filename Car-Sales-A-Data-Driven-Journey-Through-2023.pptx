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Roboto Medium"/>
      <p:regular r:id="rId14"/>
    </p:embeddedFont>
    <p:embeddedFont>
      <p:font typeface="Roboto Medium"/>
      <p:regular r:id="rId15"/>
    </p:embeddedFont>
    <p:embeddedFont>
      <p:font typeface="Roboto Medium"/>
      <p:regular r:id="rId16"/>
    </p:embeddedFont>
    <p:embeddedFont>
      <p:font typeface="Roboto Medium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011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Car Sales: A Data-Driven Journey Through 2023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5882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we closed out 2023, the auto industry showed remarkable resilience. Our comprehensive dashboard reveals how the year unfolded across regions, brands, and models.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30268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analysis offers clear insights into sales performance, customer preferences, and market dynamics.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72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Year in Review: Numbers That Drive the Story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68322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$371.2M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66548" y="3800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YTD Total Sales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290536"/>
            <a:ext cx="36080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23.59% growth from previous year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28421" y="2768322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$28K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14898" y="3800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Average Sale Price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28421" y="4290536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Slight dip of 0.79%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254246" y="5447228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13.3K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8640723" y="6479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Total Units Sold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54246" y="6969443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19.73% increase year-over-year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4628"/>
            <a:ext cx="125981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Understanding Market Trends: Who's Buying What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7430" y="1997035"/>
            <a:ext cx="1614011" cy="13069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892" y="2613065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88255" y="2223849"/>
            <a:ext cx="13849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SUVs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088255" y="2714268"/>
            <a:ext cx="13849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leader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4918115" y="3317081"/>
            <a:ext cx="8861822" cy="15240"/>
          </a:xfrm>
          <a:prstGeom prst="roundRect">
            <a:avLst>
              <a:gd name="adj" fmla="val 625116"/>
            </a:avLst>
          </a:prstGeom>
          <a:solidFill>
            <a:srgbClr val="313E80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424" y="3360658"/>
            <a:ext cx="3228022" cy="13069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3814762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95261" y="3587472"/>
            <a:ext cx="23283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Sedans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895261" y="4077891"/>
            <a:ext cx="232838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second position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5725120" y="4680704"/>
            <a:ext cx="8054816" cy="15240"/>
          </a:xfrm>
          <a:prstGeom prst="roundRect">
            <a:avLst>
              <a:gd name="adj" fmla="val 625116"/>
            </a:avLst>
          </a:prstGeom>
          <a:solidFill>
            <a:srgbClr val="313E80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418" y="4724281"/>
            <a:ext cx="4842034" cy="13069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5178385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02266" y="4951095"/>
            <a:ext cx="26884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Passenger Cars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702266" y="5441513"/>
            <a:ext cx="2688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Solid mid-market presence</a:t>
            </a:r>
            <a:endParaRPr lang="en-US" sz="1750" dirty="0"/>
          </a:p>
        </p:txBody>
      </p:sp>
      <p:sp>
        <p:nvSpPr>
          <p:cNvPr id="17" name="Shape 9"/>
          <p:cNvSpPr/>
          <p:nvPr/>
        </p:nvSpPr>
        <p:spPr>
          <a:xfrm>
            <a:off x="6532126" y="6044327"/>
            <a:ext cx="7247811" cy="15240"/>
          </a:xfrm>
          <a:prstGeom prst="roundRect">
            <a:avLst>
              <a:gd name="adj" fmla="val 625116"/>
            </a:avLst>
          </a:prstGeom>
          <a:solidFill>
            <a:srgbClr val="313E80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6087904"/>
            <a:ext cx="6456164" cy="1306949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6542008"/>
            <a:ext cx="318968" cy="3986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09272" y="6314718"/>
            <a:ext cx="29975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Hatchbacks &amp; Hardtops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7509272" y="6805136"/>
            <a:ext cx="29975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Smaller market share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453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Geographical Insights: Where the Sales Happened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3225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06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Top Performers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55711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Janesville and Pasco led regional sales. These cities showed exceptional dealer network strength.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3225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06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Strong Contenders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55711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Greenville and Austin demonstrated consistent performance. Their market presence continued to grow.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996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704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Rising Stars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19482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Middletown showed promising growth. New dealership strategies yielded positive results.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005" y="482441"/>
            <a:ext cx="9510355" cy="548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Top Performing Brands: The Leaders of the Pack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05" y="1381482"/>
            <a:ext cx="13402389" cy="75052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8857"/>
            <a:ext cx="100001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Closer Look: Customer-Level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91264"/>
            <a:ext cx="4120753" cy="2546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21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Premium Segment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11917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Toyota's Land Cruiser reached $210K. This luxury vehicle topped our individual sales.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704" y="2491264"/>
            <a:ext cx="4120872" cy="2546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5321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Luxury Sedans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4704" y="5812036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Lexus LS400 at $69K demonstrated continued luxury sedan appeal.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738" y="2491264"/>
            <a:ext cx="4120753" cy="2546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5321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High-End Utility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811917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Dodge's Ram Pickup hit $45.5K. Utility vehicles maintained strong pricing.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Takeaways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Strong Growth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63473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$70 million added in YTD sales.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Clear Preferences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399561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SUVs and neutral colors dominated consumer choices.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Brand Leaders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535650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Chevrolet emerged as top performer in units and revenue.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68022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Regional Impact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2268022" y="671738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 dealer regions drove critical sales volume.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2025-04-14T09:35:54Z</dcterms:created>
  <dcterms:modified xsi:type="dcterms:W3CDTF">2025-04-14T09:35:54Z</dcterms:modified>
</cp:coreProperties>
</file>